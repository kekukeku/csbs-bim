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742113" cy="98758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15A31-36F7-CFDA-1305-EE7BD91E3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ABB19D-2610-B567-4D60-17605A7EE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262E00-EAA1-A504-8967-CE3C5EC8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F983BE-B157-47D9-DCDE-C7C8F8A5B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5591A1-8095-6C1B-983B-229A1DF8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87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FE7B3-F1B6-19A0-A4CF-265F7A76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A25848-0AEC-02F3-CCFA-C65514E3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DA12CC-BA75-0B99-47EA-12282F51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0F668F-1E57-D4E8-DB22-7124F266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74CEC3-E757-8056-F7D9-0F3F8076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86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81AEAE-F2D9-4208-3EEA-C756E43A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B03F08-5CBC-296D-EB08-A8DA0C6A5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498A52-B530-3951-AB76-11017B40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1A60F-18D5-0A4E-C868-90E9B657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2F732-D08B-B45C-0F7D-17F761F5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04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655865-4DBD-37C9-B1F9-FE95143FF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495618-E692-851E-5D24-92FA968DB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288278-1F6C-DCAC-44DB-A7DB6FE03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137D1D-0F1B-FB30-A5A9-5A9F9F81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D7003E-448F-C0F3-1CD6-20A6AFE3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DA325-D690-BA62-D4E9-0B24F4AC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98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DA6681-DAE8-B615-F7DA-22CD751F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7985F4-5AF2-28B4-2B53-4C4C67E0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BE82FFD-0CBD-A05B-222B-8C19DC6E2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80E9E5-A427-83EA-9F8D-930A00459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135B41E-C045-7142-07A7-DAC22FA0B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0F980CA-C05E-A847-799D-82DF1D60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5694CA-5826-EE2A-F791-059B11D2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DDA9A6-5E37-3434-EB99-5CC6465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46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A9259A-71A9-F92A-F6D3-E65F625E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4938EB2-CEF0-4DBD-0C6D-65D91DA0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C38A93-8125-D4BB-1317-9828E540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75BE72-D113-FAEF-268F-C70FEAB7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06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73738A-F0D2-5D3A-8C3C-59450A7C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05D3210-219D-797E-C56E-1930C8E4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A14C04-E56B-425A-68AE-04CCD811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72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64B80-07D7-ABFE-5F6A-F0A607DAD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B399AC-08D9-AB09-F9A1-7EE84EFFC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FC3989-23FC-8244-6AFE-08FDBFB51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FE371B-69EB-8839-6382-35B212E5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5AB5A0-05B2-D30D-F885-D236A462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B052F0-B6BF-D982-7968-D3B2AD53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86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44BD7-E5CC-A374-D60D-2589FA898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27F2767-E58B-17EE-1EC8-DE3BAB971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725651-31DC-A8F3-9041-A4778C26A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E6B2B1-126F-73F0-8EB1-DD67FC9C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85E7E0-9C24-4610-2F56-7A793742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8439C0-D55A-1BAE-57D3-B08C5948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5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4DDCE-1005-C966-0C11-7B6BE1B3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F7E7022-4E80-50F4-D5C1-6FD8F2F07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F38C08-631F-F3BA-80E2-D637C483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65F5BC-8E46-3903-3F83-EF50DB2E8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8A761F-806D-9D62-DF0E-A6623096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14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F1CE505-B4D7-A58A-A234-2B35108A3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244F22C-538B-2074-DE47-055FEE1F9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E4E700-C45B-9E95-5013-166615F9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174367-8B4E-0A07-68E4-4FB0B623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24682D-E4A8-696B-8A10-2D21CCF9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061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CEAA447-2DDA-910B-07E6-88851CA0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AC097F-738B-822B-39A4-A72EA3F2C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D333F3-2A99-F4AA-9FF8-2024615F4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5C3E1-B927-4544-B5AF-89B7AD46E6B2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5F72C6-026B-7D44-6283-1664A8B3B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F340D4-C5F9-70BD-849D-CB3AEB2C2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5BBD8-7CB6-47A1-A36F-9C014DC8ED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16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37C28-3D69-12D6-C738-DAFD8C68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245" y="1122363"/>
            <a:ext cx="10874478" cy="23876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台船防蝕營建工程低碳精進方案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3E19D8-86D5-7519-F2DF-EF90E40E7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2026.8.29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964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68166-61DF-E3FF-5898-F715BB0A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一、標的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1D6AC5-DA58-A633-F6A7-2F3913CC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新增庫房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改建廠房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廠房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潛船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廠房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潛機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船塢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大塢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小塢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碼頭</a:t>
            </a:r>
          </a:p>
        </p:txBody>
      </p:sp>
    </p:spTree>
    <p:extLst>
      <p:ext uri="{BB962C8B-B14F-4D97-AF65-F5344CB8AC3E}">
        <p14:creationId xmlns:p14="http://schemas.microsoft.com/office/powerpoint/2010/main" val="3123653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7A0C7-D9BA-DACA-161E-085BEDDD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二、低碳規劃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新建及整修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275C63-B9FA-BD10-C63C-9E96AD6A9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抗鹽、防蝕及隔熱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低碳建材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主動及被動散熱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光電與儲能微電網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平轉戰規劃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太陽光電納入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戰備微電網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BESS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899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F696F-70BF-372F-2E5A-8132CE4C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三、低碳管理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日常營運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EE59AF-4EB8-479B-105D-A6E7A013B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智慧倉庫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減碳物流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精準分區溫控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條碼及自動化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能源管考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查核一條鞭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數據化監測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智慧電表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(2)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能源管理系統</a:t>
            </a:r>
          </a:p>
        </p:txBody>
      </p:sp>
    </p:spTree>
    <p:extLst>
      <p:ext uri="{BB962C8B-B14F-4D97-AF65-F5344CB8AC3E}">
        <p14:creationId xmlns:p14="http://schemas.microsoft.com/office/powerpoint/2010/main" val="239232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0BEC3-8C2B-A7B3-BE47-EE8871C7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BIM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的應用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9F6AFE-F950-8602-7BCF-E3B428DC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設計端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低碳替代方案比選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施工端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減少管線碰撞及拆改的浪費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預製後再運至現場組裝，減少現場操作排碳，設定最佳路線、降低物流碳足跡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營運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空間節能動態調控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設備劣化與耗能預警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514350" indent="-514350">
              <a:buAutoNum type="arabic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綠能與儲能可視化管理</a:t>
            </a:r>
          </a:p>
        </p:txBody>
      </p:sp>
    </p:spTree>
    <p:extLst>
      <p:ext uri="{BB962C8B-B14F-4D97-AF65-F5344CB8AC3E}">
        <p14:creationId xmlns:p14="http://schemas.microsoft.com/office/powerpoint/2010/main" val="14568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</Words>
  <Application>Microsoft Office PowerPoint</Application>
  <PresentationFormat>寬螢幕</PresentationFormat>
  <Paragraphs>36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標楷體</vt:lpstr>
      <vt:lpstr>Aptos</vt:lpstr>
      <vt:lpstr>Aptos Display</vt:lpstr>
      <vt:lpstr>Arial</vt:lpstr>
      <vt:lpstr>Office 佈景主題</vt:lpstr>
      <vt:lpstr>台船防蝕營建工程低碳精進方案</vt:lpstr>
      <vt:lpstr>一、標的</vt:lpstr>
      <vt:lpstr>二、低碳規劃(新建及整修)</vt:lpstr>
      <vt:lpstr>三、低碳管理(日常營運)</vt:lpstr>
      <vt:lpstr>四、BIM的應用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金蓮 董</dc:creator>
  <cp:lastModifiedBy>金蓮 董</cp:lastModifiedBy>
  <cp:revision>7</cp:revision>
  <dcterms:created xsi:type="dcterms:W3CDTF">2026-08-29T10:13:28Z</dcterms:created>
  <dcterms:modified xsi:type="dcterms:W3CDTF">2026-08-29T10:19:40Z</dcterms:modified>
</cp:coreProperties>
</file>